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1"/>
  </p:notesMasterIdLst>
  <p:sldIdLst>
    <p:sldId id="256" r:id="rId10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898"/>
  </p:normalViewPr>
  <p:slideViewPr>
    <p:cSldViewPr snapToGrid="0" snapToObjects="1">
      <p:cViewPr>
        <p:scale>
          <a:sx n="40" d="100"/>
          <a:sy n="40" d="100"/>
        </p:scale>
        <p:origin x="124" y="-356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EBD677-BAB6-2450-0A5D-0CB1543FE4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構成図</a:t>
            </a:r>
          </a:p>
        </p:txBody>
      </p:sp>
      <p:grpSp>
        <p:nvGrpSpPr>
          <p:cNvPr id="146" name="グループ化 145">
            <a:extLst>
              <a:ext uri="{FF2B5EF4-FFF2-40B4-BE49-F238E27FC236}">
                <a16:creationId xmlns:a16="http://schemas.microsoft.com/office/drawing/2014/main" id="{31B25B3F-3AD7-B472-1093-97D9E9FD7CFC}"/>
              </a:ext>
            </a:extLst>
          </p:cNvPr>
          <p:cNvGrpSpPr/>
          <p:nvPr/>
        </p:nvGrpSpPr>
        <p:grpSpPr>
          <a:xfrm>
            <a:off x="4631206" y="2317118"/>
            <a:ext cx="15119999" cy="10668631"/>
            <a:chOff x="2450360" y="2402939"/>
            <a:chExt cx="15119999" cy="10668631"/>
          </a:xfrm>
        </p:grpSpPr>
        <p:sp>
          <p:nvSpPr>
            <p:cNvPr id="73" name="四角形: 角を丸くする 72">
              <a:extLst>
                <a:ext uri="{FF2B5EF4-FFF2-40B4-BE49-F238E27FC236}">
                  <a16:creationId xmlns:a16="http://schemas.microsoft.com/office/drawing/2014/main" id="{F9930080-63B7-D9D8-A801-74EBA82B1D24}"/>
                </a:ext>
              </a:extLst>
            </p:cNvPr>
            <p:cNvSpPr/>
            <p:nvPr/>
          </p:nvSpPr>
          <p:spPr>
            <a:xfrm>
              <a:off x="7490360" y="4562939"/>
              <a:ext cx="10079999" cy="440894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</a:rPr>
                <a:t>閉域網</a:t>
              </a:r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E416AAA1-0DC5-36EF-E49A-42BAEC44C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70360" y="2408564"/>
              <a:ext cx="1440000" cy="1440000"/>
            </a:xfrm>
            <a:prstGeom prst="rect">
              <a:avLst/>
            </a:prstGeom>
          </p:spPr>
        </p:pic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B3D04808-AD06-E9F5-382D-A9F1715D8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530360" y="2408564"/>
              <a:ext cx="1440000" cy="1440000"/>
            </a:xfrm>
            <a:prstGeom prst="rect">
              <a:avLst/>
            </a:prstGeom>
          </p:spPr>
        </p:pic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61E7E10D-66F1-3ECD-F379-C73E4E39F9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410360" y="2402939"/>
              <a:ext cx="1440000" cy="1440000"/>
            </a:xfrm>
            <a:prstGeom prst="rect">
              <a:avLst/>
            </a:prstGeom>
          </p:spPr>
        </p:pic>
        <p:pic>
          <p:nvPicPr>
            <p:cNvPr id="17" name="グラフィックス 16">
              <a:extLst>
                <a:ext uri="{FF2B5EF4-FFF2-40B4-BE49-F238E27FC236}">
                  <a16:creationId xmlns:a16="http://schemas.microsoft.com/office/drawing/2014/main" id="{CD06984E-ED00-7FAD-3B23-871F9E550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410360" y="5288564"/>
              <a:ext cx="1440000" cy="1440000"/>
            </a:xfrm>
            <a:prstGeom prst="rect">
              <a:avLst/>
            </a:prstGeom>
          </p:spPr>
        </p:pic>
        <p:pic>
          <p:nvPicPr>
            <p:cNvPr id="19" name="グラフィックス 18">
              <a:extLst>
                <a:ext uri="{FF2B5EF4-FFF2-40B4-BE49-F238E27FC236}">
                  <a16:creationId xmlns:a16="http://schemas.microsoft.com/office/drawing/2014/main" id="{DC6B9973-CBE3-F769-1C4F-37E49AF6B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30360" y="5288564"/>
              <a:ext cx="1440000" cy="1440000"/>
            </a:xfrm>
            <a:prstGeom prst="rect">
              <a:avLst/>
            </a:prstGeom>
          </p:spPr>
        </p:pic>
        <p:pic>
          <p:nvPicPr>
            <p:cNvPr id="23" name="グラフィックス 22">
              <a:extLst>
                <a:ext uri="{FF2B5EF4-FFF2-40B4-BE49-F238E27FC236}">
                  <a16:creationId xmlns:a16="http://schemas.microsoft.com/office/drawing/2014/main" id="{7040B86A-CA8B-1042-F781-A883ACF3ED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0360" y="5288564"/>
              <a:ext cx="1440000" cy="1440000"/>
            </a:xfrm>
            <a:prstGeom prst="rect">
              <a:avLst/>
            </a:prstGeom>
          </p:spPr>
        </p:pic>
        <p:pic>
          <p:nvPicPr>
            <p:cNvPr id="25" name="グラフィックス 24">
              <a:extLst>
                <a:ext uri="{FF2B5EF4-FFF2-40B4-BE49-F238E27FC236}">
                  <a16:creationId xmlns:a16="http://schemas.microsoft.com/office/drawing/2014/main" id="{214C964F-5C51-976A-0F64-896A7C8F80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530360" y="8168564"/>
              <a:ext cx="1440000" cy="1440000"/>
            </a:xfrm>
            <a:prstGeom prst="rect">
              <a:avLst/>
            </a:prstGeom>
          </p:spPr>
        </p:pic>
        <p:pic>
          <p:nvPicPr>
            <p:cNvPr id="27" name="グラフィックス 26">
              <a:extLst>
                <a:ext uri="{FF2B5EF4-FFF2-40B4-BE49-F238E27FC236}">
                  <a16:creationId xmlns:a16="http://schemas.microsoft.com/office/drawing/2014/main" id="{6A53675B-E95D-18BF-D211-45C81CC67D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50360" y="11048564"/>
              <a:ext cx="1440000" cy="1440000"/>
            </a:xfrm>
            <a:prstGeom prst="rect">
              <a:avLst/>
            </a:prstGeom>
          </p:spPr>
        </p:pic>
        <p:pic>
          <p:nvPicPr>
            <p:cNvPr id="31" name="グラフィックス 30">
              <a:extLst>
                <a:ext uri="{FF2B5EF4-FFF2-40B4-BE49-F238E27FC236}">
                  <a16:creationId xmlns:a16="http://schemas.microsoft.com/office/drawing/2014/main" id="{A72805F6-2002-50A8-08CB-BA585A17D1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70360" y="11048564"/>
              <a:ext cx="1440000" cy="1440000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AEFF1DC2-E011-1881-7CAA-D8E7A9CD13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70360" y="5288564"/>
              <a:ext cx="1440000" cy="1440000"/>
            </a:xfrm>
            <a:prstGeom prst="rect">
              <a:avLst/>
            </a:prstGeom>
          </p:spPr>
        </p:pic>
        <p:pic>
          <p:nvPicPr>
            <p:cNvPr id="39" name="グラフィックス 38">
              <a:extLst>
                <a:ext uri="{FF2B5EF4-FFF2-40B4-BE49-F238E27FC236}">
                  <a16:creationId xmlns:a16="http://schemas.microsoft.com/office/drawing/2014/main" id="{1F781CE1-6FE8-DD09-4BCA-47958855D0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410360" y="11048564"/>
              <a:ext cx="1440000" cy="1440000"/>
            </a:xfrm>
            <a:prstGeom prst="rect">
              <a:avLst/>
            </a:prstGeom>
          </p:spPr>
        </p:pic>
        <p:pic>
          <p:nvPicPr>
            <p:cNvPr id="43" name="グラフィックス 42">
              <a:extLst>
                <a:ext uri="{FF2B5EF4-FFF2-40B4-BE49-F238E27FC236}">
                  <a16:creationId xmlns:a16="http://schemas.microsoft.com/office/drawing/2014/main" id="{91698C29-A411-2A9B-C06B-E9E2D67A57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50360" y="2402939"/>
              <a:ext cx="1440000" cy="1440000"/>
            </a:xfrm>
            <a:prstGeom prst="rect">
              <a:avLst/>
            </a:prstGeom>
          </p:spPr>
        </p:pic>
        <p:pic>
          <p:nvPicPr>
            <p:cNvPr id="49" name="グラフィックス 48">
              <a:extLst>
                <a:ext uri="{FF2B5EF4-FFF2-40B4-BE49-F238E27FC236}">
                  <a16:creationId xmlns:a16="http://schemas.microsoft.com/office/drawing/2014/main" id="{91BB945B-93DC-1275-89BD-7BBA71675D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50360" y="2402939"/>
              <a:ext cx="1440000" cy="1440000"/>
            </a:xfrm>
            <a:prstGeom prst="rect">
              <a:avLst/>
            </a:prstGeom>
          </p:spPr>
        </p:pic>
        <p:cxnSp>
          <p:nvCxnSpPr>
            <p:cNvPr id="51" name="コネクタ: カギ線 50">
              <a:extLst>
                <a:ext uri="{FF2B5EF4-FFF2-40B4-BE49-F238E27FC236}">
                  <a16:creationId xmlns:a16="http://schemas.microsoft.com/office/drawing/2014/main" id="{F85A5298-5869-D0BA-D8D3-6D28FCF6B276}"/>
                </a:ext>
              </a:extLst>
            </p:cNvPr>
            <p:cNvCxnSpPr>
              <a:stCxn id="35" idx="1"/>
              <a:endCxn id="49" idx="3"/>
            </p:cNvCxnSpPr>
            <p:nvPr/>
          </p:nvCxnSpPr>
          <p:spPr>
            <a:xfrm rot="10800000">
              <a:off x="3890360" y="3122940"/>
              <a:ext cx="2880000" cy="2885625"/>
            </a:xfrm>
            <a:prstGeom prst="bentConnector3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874C4D74-7B64-C0FC-76A9-B418FFDAF9B9}"/>
                </a:ext>
              </a:extLst>
            </p:cNvPr>
            <p:cNvCxnSpPr>
              <a:stCxn id="9" idx="1"/>
              <a:endCxn id="49" idx="3"/>
            </p:cNvCxnSpPr>
            <p:nvPr/>
          </p:nvCxnSpPr>
          <p:spPr>
            <a:xfrm flipH="1" flipV="1">
              <a:off x="3890360" y="3122939"/>
              <a:ext cx="2880000" cy="562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ABA49F89-E0D6-A972-7F76-EC1C263BC29A}"/>
                </a:ext>
              </a:extLst>
            </p:cNvPr>
            <p:cNvCxnSpPr>
              <a:cxnSpLocks/>
              <a:stCxn id="9" idx="3"/>
              <a:endCxn id="43" idx="1"/>
            </p:cNvCxnSpPr>
            <p:nvPr/>
          </p:nvCxnSpPr>
          <p:spPr>
            <a:xfrm flipV="1">
              <a:off x="8210360" y="3122939"/>
              <a:ext cx="1440000" cy="562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四角形: 角を丸くする 77">
              <a:extLst>
                <a:ext uri="{FF2B5EF4-FFF2-40B4-BE49-F238E27FC236}">
                  <a16:creationId xmlns:a16="http://schemas.microsoft.com/office/drawing/2014/main" id="{32A0E1CD-ED57-BACA-A88A-2AA4D6859364}"/>
                </a:ext>
              </a:extLst>
            </p:cNvPr>
            <p:cNvSpPr/>
            <p:nvPr/>
          </p:nvSpPr>
          <p:spPr>
            <a:xfrm>
              <a:off x="4250360" y="5648564"/>
              <a:ext cx="2160000" cy="72000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共有セグメント</a:t>
              </a:r>
              <a:endParaRPr kumimoji="1" lang="en-US" altLang="ja-JP" dirty="0"/>
            </a:p>
            <a:p>
              <a:pPr algn="ctr"/>
              <a:r>
                <a:rPr kumimoji="1" lang="en-US" altLang="ja-JP" dirty="0"/>
                <a:t>100Mbps</a:t>
              </a:r>
              <a:r>
                <a:rPr kumimoji="1" lang="ja-JP" altLang="en-US" dirty="0"/>
                <a:t>共用</a:t>
              </a:r>
            </a:p>
          </p:txBody>
        </p:sp>
        <p:sp>
          <p:nvSpPr>
            <p:cNvPr id="80" name="四角形: 角を丸くする 79">
              <a:extLst>
                <a:ext uri="{FF2B5EF4-FFF2-40B4-BE49-F238E27FC236}">
                  <a16:creationId xmlns:a16="http://schemas.microsoft.com/office/drawing/2014/main" id="{D23297C8-0B89-BC17-758A-AD0A2611B298}"/>
                </a:ext>
              </a:extLst>
            </p:cNvPr>
            <p:cNvSpPr/>
            <p:nvPr/>
          </p:nvSpPr>
          <p:spPr>
            <a:xfrm>
              <a:off x="12170360" y="9607859"/>
              <a:ext cx="2160000" cy="72000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共有セグメント</a:t>
              </a:r>
              <a:endParaRPr kumimoji="1" lang="en-US" altLang="ja-JP" dirty="0"/>
            </a:p>
            <a:p>
              <a:pPr algn="ctr"/>
              <a:r>
                <a:rPr kumimoji="1" lang="en-US" altLang="ja-JP" dirty="0"/>
                <a:t>100Mbps</a:t>
              </a:r>
              <a:r>
                <a:rPr kumimoji="1" lang="ja-JP" altLang="en-US" dirty="0"/>
                <a:t>共用</a:t>
              </a:r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4D7CCF97-16B6-B10F-2992-A089C004592E}"/>
                </a:ext>
              </a:extLst>
            </p:cNvPr>
            <p:cNvSpPr/>
            <p:nvPr/>
          </p:nvSpPr>
          <p:spPr>
            <a:xfrm>
              <a:off x="13610360" y="4928564"/>
              <a:ext cx="720000" cy="72000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SEG</a:t>
              </a:r>
              <a:endParaRPr kumimoji="1" lang="ja-JP" altLang="en-US" sz="1200" dirty="0"/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0BED7D44-620A-02CE-9CEC-4AB902222603}"/>
                </a:ext>
              </a:extLst>
            </p:cNvPr>
            <p:cNvCxnSpPr>
              <a:cxnSpLocks/>
              <a:stCxn id="27" idx="3"/>
              <a:endCxn id="39" idx="1"/>
            </p:cNvCxnSpPr>
            <p:nvPr/>
          </p:nvCxnSpPr>
          <p:spPr>
            <a:xfrm>
              <a:off x="11090360" y="11768564"/>
              <a:ext cx="43200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矢印コネクタ 90">
              <a:extLst>
                <a:ext uri="{FF2B5EF4-FFF2-40B4-BE49-F238E27FC236}">
                  <a16:creationId xmlns:a16="http://schemas.microsoft.com/office/drawing/2014/main" id="{21458247-F882-5392-517E-20A1A9E17AE8}"/>
                </a:ext>
              </a:extLst>
            </p:cNvPr>
            <p:cNvCxnSpPr>
              <a:cxnSpLocks/>
              <a:stCxn id="23" idx="2"/>
              <a:endCxn id="27" idx="0"/>
            </p:cNvCxnSpPr>
            <p:nvPr/>
          </p:nvCxnSpPr>
          <p:spPr>
            <a:xfrm>
              <a:off x="10370360" y="6728564"/>
              <a:ext cx="0" cy="43200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コネクタ: カギ線 94">
              <a:extLst>
                <a:ext uri="{FF2B5EF4-FFF2-40B4-BE49-F238E27FC236}">
                  <a16:creationId xmlns:a16="http://schemas.microsoft.com/office/drawing/2014/main" id="{7CD0DE5E-3A32-ACF6-9C32-B689C2A5E8AC}"/>
                </a:ext>
              </a:extLst>
            </p:cNvPr>
            <p:cNvCxnSpPr>
              <a:cxnSpLocks/>
              <a:stCxn id="23" idx="2"/>
              <a:endCxn id="31" idx="0"/>
            </p:cNvCxnSpPr>
            <p:nvPr/>
          </p:nvCxnSpPr>
          <p:spPr>
            <a:xfrm rot="5400000">
              <a:off x="6770360" y="7448564"/>
              <a:ext cx="4320000" cy="2880000"/>
            </a:xfrm>
            <a:prstGeom prst="bentConnector3">
              <a:avLst>
                <a:gd name="adj1" fmla="val 25502"/>
              </a:avLst>
            </a:prstGeom>
            <a:ln w="571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BA358927-9917-9F57-0E9E-65E7933EE7D3}"/>
                </a:ext>
              </a:extLst>
            </p:cNvPr>
            <p:cNvSpPr txBox="1"/>
            <p:nvPr/>
          </p:nvSpPr>
          <p:spPr>
            <a:xfrm>
              <a:off x="5257800" y="2670603"/>
              <a:ext cx="144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SPA</a:t>
              </a:r>
              <a:r>
                <a:rPr kumimoji="1" lang="ja-JP" altLang="en-US" sz="1600" dirty="0"/>
                <a:t>配信</a:t>
              </a:r>
            </a:p>
          </p:txBody>
        </p: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16C6A92B-71D8-100B-412C-3DCD5B4354C0}"/>
                </a:ext>
              </a:extLst>
            </p:cNvPr>
            <p:cNvSpPr txBox="1"/>
            <p:nvPr/>
          </p:nvSpPr>
          <p:spPr>
            <a:xfrm>
              <a:off x="3890358" y="5310009"/>
              <a:ext cx="144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600" dirty="0"/>
                <a:t>API</a:t>
              </a:r>
              <a:endParaRPr kumimoji="1" lang="ja-JP" altLang="en-US" sz="1600" dirty="0"/>
            </a:p>
          </p:txBody>
        </p: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A5F3EB81-1E55-8424-297E-7F6569ED109B}"/>
                </a:ext>
              </a:extLst>
            </p:cNvPr>
            <p:cNvSpPr txBox="1"/>
            <p:nvPr/>
          </p:nvSpPr>
          <p:spPr>
            <a:xfrm>
              <a:off x="6410360" y="3844167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さくらのウェブ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アクセラレータ</a:t>
              </a:r>
            </a:p>
          </p:txBody>
        </p: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89D2AF42-0F15-7D12-717A-CA99D75C0555}"/>
                </a:ext>
              </a:extLst>
            </p:cNvPr>
            <p:cNvSpPr txBox="1"/>
            <p:nvPr/>
          </p:nvSpPr>
          <p:spPr>
            <a:xfrm>
              <a:off x="9290360" y="3842345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オブジェクト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ストレージ</a:t>
              </a: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B5503BA8-DB29-A4D8-1102-C539ABA81D3D}"/>
                </a:ext>
              </a:extLst>
            </p:cNvPr>
            <p:cNvSpPr txBox="1"/>
            <p:nvPr/>
          </p:nvSpPr>
          <p:spPr>
            <a:xfrm>
              <a:off x="12170360" y="3842345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モニタリング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スイート</a:t>
              </a: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31A50EE1-94A0-5DC2-0E82-39DFE87EA314}"/>
                </a:ext>
              </a:extLst>
            </p:cNvPr>
            <p:cNvSpPr txBox="1"/>
            <p:nvPr/>
          </p:nvSpPr>
          <p:spPr>
            <a:xfrm>
              <a:off x="15050360" y="3837054"/>
              <a:ext cx="216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シンプル監視</a:t>
              </a:r>
            </a:p>
          </p:txBody>
        </p:sp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24F2B991-0AAA-4685-9845-208BBAA40382}"/>
                </a:ext>
              </a:extLst>
            </p:cNvPr>
            <p:cNvSpPr txBox="1"/>
            <p:nvPr/>
          </p:nvSpPr>
          <p:spPr>
            <a:xfrm>
              <a:off x="6410359" y="6728564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 err="1"/>
                <a:t>AppRun</a:t>
              </a:r>
              <a:r>
                <a:rPr kumimoji="1" lang="ja-JP" altLang="en-US" sz="1600" dirty="0"/>
                <a:t>専有型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（ロードバランサ）</a:t>
              </a:r>
            </a:p>
          </p:txBody>
        </p: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B6A2F004-612C-C0F5-2F38-9635B0B0B784}"/>
                </a:ext>
              </a:extLst>
            </p:cNvPr>
            <p:cNvSpPr txBox="1"/>
            <p:nvPr/>
          </p:nvSpPr>
          <p:spPr>
            <a:xfrm>
              <a:off x="9290359" y="6728564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 err="1"/>
                <a:t>AppRun</a:t>
              </a:r>
              <a:r>
                <a:rPr kumimoji="1" lang="ja-JP" altLang="en-US" sz="1600" dirty="0"/>
                <a:t>専有型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（ワーカ）</a:t>
              </a:r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34D1E57E-011B-E8C0-F827-B0BFB837CD67}"/>
                </a:ext>
              </a:extLst>
            </p:cNvPr>
            <p:cNvSpPr txBox="1"/>
            <p:nvPr/>
          </p:nvSpPr>
          <p:spPr>
            <a:xfrm>
              <a:off x="12170358" y="6728564"/>
              <a:ext cx="216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スイッチ</a:t>
              </a:r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C837D08C-A734-0865-7486-FEB6383AFD8B}"/>
                </a:ext>
              </a:extLst>
            </p:cNvPr>
            <p:cNvSpPr txBox="1"/>
            <p:nvPr/>
          </p:nvSpPr>
          <p:spPr>
            <a:xfrm>
              <a:off x="15050357" y="6728564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データベース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アプライアンス</a:t>
              </a:r>
            </a:p>
          </p:txBody>
        </p:sp>
        <p:cxnSp>
          <p:nvCxnSpPr>
            <p:cNvPr id="119" name="コネクタ: カギ線 118">
              <a:extLst>
                <a:ext uri="{FF2B5EF4-FFF2-40B4-BE49-F238E27FC236}">
                  <a16:creationId xmlns:a16="http://schemas.microsoft.com/office/drawing/2014/main" id="{D599DB54-ACAD-75E2-3C32-A72B2B8257C7}"/>
                </a:ext>
              </a:extLst>
            </p:cNvPr>
            <p:cNvCxnSpPr>
              <a:cxnSpLocks/>
              <a:stCxn id="17" idx="3"/>
              <a:endCxn id="39" idx="3"/>
            </p:cNvCxnSpPr>
            <p:nvPr/>
          </p:nvCxnSpPr>
          <p:spPr>
            <a:xfrm>
              <a:off x="16850360" y="6008564"/>
              <a:ext cx="12700" cy="5760000"/>
            </a:xfrm>
            <a:prstGeom prst="bentConnector3">
              <a:avLst>
                <a:gd name="adj1" fmla="val 1800000"/>
              </a:avLst>
            </a:prstGeom>
            <a:ln w="571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テキスト ボックス 122">
              <a:extLst>
                <a:ext uri="{FF2B5EF4-FFF2-40B4-BE49-F238E27FC236}">
                  <a16:creationId xmlns:a16="http://schemas.microsoft.com/office/drawing/2014/main" id="{B0C2180D-07D9-9747-6FD0-F175E28CCDAF}"/>
                </a:ext>
              </a:extLst>
            </p:cNvPr>
            <p:cNvSpPr txBox="1"/>
            <p:nvPr/>
          </p:nvSpPr>
          <p:spPr>
            <a:xfrm>
              <a:off x="12170358" y="7830010"/>
              <a:ext cx="216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VPN</a:t>
              </a:r>
              <a:r>
                <a:rPr kumimoji="1" lang="ja-JP" altLang="en-US" sz="1600" dirty="0"/>
                <a:t>ルータ</a:t>
              </a:r>
            </a:p>
          </p:txBody>
        </p:sp>
        <p:sp>
          <p:nvSpPr>
            <p:cNvPr id="125" name="テキスト ボックス 124">
              <a:extLst>
                <a:ext uri="{FF2B5EF4-FFF2-40B4-BE49-F238E27FC236}">
                  <a16:creationId xmlns:a16="http://schemas.microsoft.com/office/drawing/2014/main" id="{95670676-7866-C362-52C2-8393102E729D}"/>
                </a:ext>
              </a:extLst>
            </p:cNvPr>
            <p:cNvSpPr txBox="1"/>
            <p:nvPr/>
          </p:nvSpPr>
          <p:spPr>
            <a:xfrm>
              <a:off x="15050360" y="12486795"/>
              <a:ext cx="216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KMS</a:t>
              </a:r>
              <a:endParaRPr kumimoji="1" lang="ja-JP" altLang="en-US" sz="1600" dirty="0"/>
            </a:p>
          </p:txBody>
        </p:sp>
        <p:sp>
          <p:nvSpPr>
            <p:cNvPr id="127" name="テキスト ボックス 126">
              <a:extLst>
                <a:ext uri="{FF2B5EF4-FFF2-40B4-BE49-F238E27FC236}">
                  <a16:creationId xmlns:a16="http://schemas.microsoft.com/office/drawing/2014/main" id="{266A2DA9-69AC-1374-55A8-15E4F7E253DB}"/>
                </a:ext>
              </a:extLst>
            </p:cNvPr>
            <p:cNvSpPr txBox="1"/>
            <p:nvPr/>
          </p:nvSpPr>
          <p:spPr>
            <a:xfrm>
              <a:off x="9290359" y="12486795"/>
              <a:ext cx="216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シークレット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マネージャ</a:t>
              </a:r>
            </a:p>
          </p:txBody>
        </p:sp>
        <p:sp>
          <p:nvSpPr>
            <p:cNvPr id="129" name="テキスト ボックス 128">
              <a:extLst>
                <a:ext uri="{FF2B5EF4-FFF2-40B4-BE49-F238E27FC236}">
                  <a16:creationId xmlns:a16="http://schemas.microsoft.com/office/drawing/2014/main" id="{EC396CE2-79DD-1C2C-141E-DB5EDB24B68C}"/>
                </a:ext>
              </a:extLst>
            </p:cNvPr>
            <p:cNvSpPr txBox="1"/>
            <p:nvPr/>
          </p:nvSpPr>
          <p:spPr>
            <a:xfrm>
              <a:off x="6410360" y="12486794"/>
              <a:ext cx="216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コンテナレジストリ</a:t>
              </a:r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EA8E7288-455D-5ADC-705C-1F83435465B7}"/>
                </a:ext>
              </a:extLst>
            </p:cNvPr>
            <p:cNvSpPr txBox="1"/>
            <p:nvPr/>
          </p:nvSpPr>
          <p:spPr>
            <a:xfrm>
              <a:off x="15626094" y="10113871"/>
              <a:ext cx="144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ja-JP" altLang="en-US" sz="1600" dirty="0"/>
                <a:t>ディスク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暗号化</a:t>
              </a:r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id="{0D9D9FEA-AD68-F519-2D59-2F8598E4ECA4}"/>
                </a:ext>
              </a:extLst>
            </p:cNvPr>
            <p:cNvSpPr txBox="1"/>
            <p:nvPr/>
          </p:nvSpPr>
          <p:spPr>
            <a:xfrm>
              <a:off x="13767326" y="11766090"/>
              <a:ext cx="144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/>
                <a:t>シークレット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暗号化</a:t>
              </a:r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AFA9BE5F-C5CB-BAE3-A391-19FC1D8D6F13}"/>
                </a:ext>
              </a:extLst>
            </p:cNvPr>
            <p:cNvSpPr txBox="1"/>
            <p:nvPr/>
          </p:nvSpPr>
          <p:spPr>
            <a:xfrm>
              <a:off x="7670360" y="4707663"/>
              <a:ext cx="162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1"/>
                  </a:solidFill>
                </a:rPr>
                <a:t>192.168.1.128-192.168.1.254</a:t>
              </a:r>
              <a:endParaRPr kumimoji="1" lang="ja-JP" alt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39" name="テキスト ボックス 138">
              <a:extLst>
                <a:ext uri="{FF2B5EF4-FFF2-40B4-BE49-F238E27FC236}">
                  <a16:creationId xmlns:a16="http://schemas.microsoft.com/office/drawing/2014/main" id="{07A9EFD0-C725-C520-B4B9-9C7A5B2E9AC2}"/>
                </a:ext>
              </a:extLst>
            </p:cNvPr>
            <p:cNvSpPr txBox="1"/>
            <p:nvPr/>
          </p:nvSpPr>
          <p:spPr>
            <a:xfrm>
              <a:off x="9560360" y="4706233"/>
              <a:ext cx="162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solidFill>
                    <a:schemeClr val="accent1"/>
                  </a:solidFill>
                </a:rPr>
                <a:t>192.168.1.64-192.168.1.127</a:t>
              </a:r>
              <a:endParaRPr kumimoji="1" lang="ja-JP" alt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41" name="テキスト ボックス 140">
              <a:extLst>
                <a:ext uri="{FF2B5EF4-FFF2-40B4-BE49-F238E27FC236}">
                  <a16:creationId xmlns:a16="http://schemas.microsoft.com/office/drawing/2014/main" id="{CD389916-C637-6DFF-E7C8-E2941DA65D48}"/>
                </a:ext>
              </a:extLst>
            </p:cNvPr>
            <p:cNvSpPr txBox="1"/>
            <p:nvPr/>
          </p:nvSpPr>
          <p:spPr>
            <a:xfrm>
              <a:off x="14060360" y="4706233"/>
              <a:ext cx="162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1"/>
                  </a:solidFill>
                </a:rPr>
                <a:t>192.168.1.2</a:t>
              </a:r>
              <a:endParaRPr kumimoji="1" lang="ja-JP" alt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43" name="テキスト ボックス 142">
              <a:extLst>
                <a:ext uri="{FF2B5EF4-FFF2-40B4-BE49-F238E27FC236}">
                  <a16:creationId xmlns:a16="http://schemas.microsoft.com/office/drawing/2014/main" id="{26366FFE-EA76-B025-BF89-F001F9A82C31}"/>
                </a:ext>
              </a:extLst>
            </p:cNvPr>
            <p:cNvSpPr txBox="1"/>
            <p:nvPr/>
          </p:nvSpPr>
          <p:spPr>
            <a:xfrm>
              <a:off x="13970359" y="7830010"/>
              <a:ext cx="162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1"/>
                  </a:solidFill>
                </a:rPr>
                <a:t>192.168.1.1</a:t>
              </a:r>
              <a:endParaRPr kumimoji="1" lang="ja-JP" alt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29C1F7DC-1DAB-BAA5-BF61-C0E60E6ADAEB}"/>
                </a:ext>
              </a:extLst>
            </p:cNvPr>
            <p:cNvSpPr txBox="1"/>
            <p:nvPr/>
          </p:nvSpPr>
          <p:spPr>
            <a:xfrm>
              <a:off x="16040359" y="4943728"/>
              <a:ext cx="144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1"/>
                  </a:solidFill>
                </a:rPr>
                <a:t>192.168.1.11</a:t>
              </a:r>
              <a:endParaRPr kumimoji="1" lang="ja-JP" altLang="en-US" sz="16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099118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153</TotalTime>
  <Words>59</Words>
  <Application>Microsoft Office PowerPoint</Application>
  <PresentationFormat>ユーザー設定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1</vt:i4>
      </vt:variant>
    </vt:vector>
  </HeadingPairs>
  <TitlesOfParts>
    <vt:vector size="15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1</cp:revision>
  <dcterms:created xsi:type="dcterms:W3CDTF">2026-09-16T04:58:47Z</dcterms:created>
  <dcterms:modified xsi:type="dcterms:W3CDTF">2026-09-16T07:32:00Z</dcterms:modified>
</cp:coreProperties>
</file>